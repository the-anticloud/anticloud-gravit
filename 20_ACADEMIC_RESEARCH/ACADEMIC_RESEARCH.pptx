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GRAVIT | Category: DESIGN_TOOLS</a:t>
            </a:r>
          </a:p>
          <a:p>
            <a:r>
              <a:rPr sz="1400"/>
              <a:t>Upstream: https://github.com/GravitDesigner/gravit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GRAVIT.</a:t>
            </a:r>
          </a:p>
          <a:p>
            <a:r>
              <a:rPr sz="1400"/>
              <a:t>Cross-platform vector design 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GRAVIT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